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14"/>
  </p:notesMasterIdLst>
  <p:handoutMasterIdLst>
    <p:handoutMasterId r:id="rId15"/>
  </p:handoutMasterIdLst>
  <p:sldIdLst>
    <p:sldId id="256" r:id="rId2"/>
    <p:sldId id="262" r:id="rId3"/>
    <p:sldId id="267" r:id="rId4"/>
    <p:sldId id="265" r:id="rId5"/>
    <p:sldId id="284" r:id="rId6"/>
    <p:sldId id="279" r:id="rId7"/>
    <p:sldId id="280" r:id="rId8"/>
    <p:sldId id="281" r:id="rId9"/>
    <p:sldId id="282" r:id="rId10"/>
    <p:sldId id="275" r:id="rId11"/>
    <p:sldId id="283" r:id="rId12"/>
    <p:sldId id="260" r:id="rId13"/>
  </p:sldIdLst>
  <p:sldSz cx="12192000" cy="6858000"/>
  <p:notesSz cx="6858000" cy="9144000"/>
  <p:defaultTextStyle>
    <a:defPPr rtl="0">
      <a:defRPr lang="it-IT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BF69"/>
    <a:srgbClr val="181B1F"/>
    <a:srgbClr val="006BC0"/>
    <a:srgbClr val="299EFF"/>
    <a:srgbClr val="F05A28"/>
    <a:srgbClr val="FAC40C"/>
    <a:srgbClr val="E6522C"/>
    <a:srgbClr val="F4841D"/>
    <a:srgbClr val="0082C9"/>
    <a:srgbClr val="ECF4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8" autoAdjust="0"/>
  </p:normalViewPr>
  <p:slideViewPr>
    <p:cSldViewPr snapToGrid="0">
      <p:cViewPr varScale="1">
        <p:scale>
          <a:sx n="70" d="100"/>
          <a:sy n="70" d="100"/>
        </p:scale>
        <p:origin x="5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295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754CCEC5-D25D-4D38-A749-7EC19E0C7B05}">
      <dgm:prSet/>
      <dgm:spPr/>
      <dgm:t>
        <a:bodyPr/>
        <a:lstStyle/>
        <a:p>
          <a:pPr rtl="0">
            <a:lnSpc>
              <a:spcPct val="100000"/>
            </a:lnSpc>
          </a:pPr>
          <a:endParaRPr lang="en-AE" dirty="0"/>
        </a:p>
      </dgm:t>
    </dgm:pt>
    <dgm:pt modelId="{1362388A-3561-4409-AA00-2B14082D623E}" type="parTrans" cxnId="{A4DB6236-7D7D-4C66-9CBE-BC73ED2A15B8}">
      <dgm:prSet/>
      <dgm:spPr/>
      <dgm:t>
        <a:bodyPr/>
        <a:lstStyle/>
        <a:p>
          <a:endParaRPr lang="en-AE"/>
        </a:p>
      </dgm:t>
    </dgm:pt>
    <dgm:pt modelId="{A3FBFD7F-B4DC-4616-8EC3-453375C9CD29}" type="sibTrans" cxnId="{A4DB6236-7D7D-4C66-9CBE-BC73ED2A15B8}">
      <dgm:prSet/>
      <dgm:spPr/>
      <dgm:t>
        <a:bodyPr/>
        <a:lstStyle/>
        <a:p>
          <a:endParaRPr lang="en-AE"/>
        </a:p>
      </dgm:t>
    </dgm:pt>
    <dgm:pt modelId="{F128A51E-021E-4082-AE0D-BBB0B65E75A5}">
      <dgm:prSet/>
      <dgm:spPr/>
      <dgm:t>
        <a:bodyPr/>
        <a:lstStyle/>
        <a:p>
          <a:pPr>
            <a:lnSpc>
              <a:spcPct val="100000"/>
            </a:lnSpc>
          </a:pPr>
          <a:endParaRPr lang="en-AE" dirty="0"/>
        </a:p>
      </dgm:t>
    </dgm:pt>
    <dgm:pt modelId="{FDB4144E-0715-4B0C-9C37-8DD829734B37}" type="parTrans" cxnId="{8E82D88E-2FD7-4961-B4C5-B43E8FA53110}">
      <dgm:prSet/>
      <dgm:spPr/>
      <dgm:t>
        <a:bodyPr/>
        <a:lstStyle/>
        <a:p>
          <a:endParaRPr lang="en-AE"/>
        </a:p>
      </dgm:t>
    </dgm:pt>
    <dgm:pt modelId="{1B21DFB0-470D-451F-9BF1-C8889A2DA488}" type="sibTrans" cxnId="{8E82D88E-2FD7-4961-B4C5-B43E8FA53110}">
      <dgm:prSet/>
      <dgm:spPr/>
      <dgm:t>
        <a:bodyPr/>
        <a:lstStyle/>
        <a:p>
          <a:endParaRPr lang="en-AE"/>
        </a:p>
      </dgm:t>
    </dgm:pt>
    <dgm:pt modelId="{E49F7F7D-1C44-4752-95D9-D3BEB1F1BE3B}">
      <dgm:prSet/>
      <dgm:spPr/>
      <dgm:t>
        <a:bodyPr/>
        <a:lstStyle/>
        <a:p>
          <a:pPr rtl="0">
            <a:lnSpc>
              <a:spcPct val="100000"/>
            </a:lnSpc>
          </a:pPr>
          <a:endParaRPr lang="en-AE" dirty="0">
            <a:solidFill>
              <a:srgbClr val="FF0000"/>
            </a:solidFill>
          </a:endParaRPr>
        </a:p>
      </dgm:t>
    </dgm:pt>
    <dgm:pt modelId="{A7F59A2C-02B1-4D35-9879-B699C2016C7B}" type="parTrans" cxnId="{7C5C65AB-A050-45DE-A968-D68F4802CCCA}">
      <dgm:prSet/>
      <dgm:spPr/>
      <dgm:t>
        <a:bodyPr/>
        <a:lstStyle/>
        <a:p>
          <a:endParaRPr lang="en-AE"/>
        </a:p>
      </dgm:t>
    </dgm:pt>
    <dgm:pt modelId="{28AD5939-528F-4C40-992A-DDD4BB0A4FC2}" type="sibTrans" cxnId="{7C5C65AB-A050-45DE-A968-D68F4802CCCA}">
      <dgm:prSet/>
      <dgm:spPr/>
      <dgm:t>
        <a:bodyPr/>
        <a:lstStyle/>
        <a:p>
          <a:endParaRPr lang="en-AE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3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3"/>
      <dgm:spPr/>
    </dgm:pt>
    <dgm:pt modelId="{429CABD1-4116-474B-81BF-735E2CA9DD00}" type="pres">
      <dgm:prSet presAssocID="{7E5AA53B-3EEE-4DE4-BB81-9044890C2946}" presName="dstNode" presStyleLbl="node1" presStyleIdx="0" presStyleCnt="3"/>
      <dgm:spPr/>
    </dgm:pt>
    <dgm:pt modelId="{8AC13D3F-FE13-426C-8D82-58E1308FBA67}" type="pres">
      <dgm:prSet presAssocID="{754CCEC5-D25D-4D38-A749-7EC19E0C7B05}" presName="text_1" presStyleLbl="node1" presStyleIdx="0" presStyleCnt="3">
        <dgm:presLayoutVars>
          <dgm:bulletEnabled val="1"/>
        </dgm:presLayoutVars>
      </dgm:prSet>
      <dgm:spPr/>
    </dgm:pt>
    <dgm:pt modelId="{9324455E-86D2-46DD-AF06-050846C59ED8}" type="pres">
      <dgm:prSet presAssocID="{754CCEC5-D25D-4D38-A749-7EC19E0C7B05}" presName="accent_1" presStyleCnt="0"/>
      <dgm:spPr/>
    </dgm:pt>
    <dgm:pt modelId="{6EE5C1A0-B088-40A5-AAC6-770F0F77F0C2}" type="pres">
      <dgm:prSet presAssocID="{754CCEC5-D25D-4D38-A749-7EC19E0C7B05}" presName="accentRepeatNode" presStyleLbl="solidFgAcc1" presStyleIdx="0" presStyleCnt="3"/>
      <dgm:spPr/>
    </dgm:pt>
    <dgm:pt modelId="{A0F6046D-AFD8-45FE-906D-88119476BC36}" type="pres">
      <dgm:prSet presAssocID="{F128A51E-021E-4082-AE0D-BBB0B65E75A5}" presName="text_2" presStyleLbl="node1" presStyleIdx="1" presStyleCnt="3">
        <dgm:presLayoutVars>
          <dgm:bulletEnabled val="1"/>
        </dgm:presLayoutVars>
      </dgm:prSet>
      <dgm:spPr/>
    </dgm:pt>
    <dgm:pt modelId="{579FED42-B462-4E32-A825-8B806077435B}" type="pres">
      <dgm:prSet presAssocID="{F128A51E-021E-4082-AE0D-BBB0B65E75A5}" presName="accent_2" presStyleCnt="0"/>
      <dgm:spPr/>
    </dgm:pt>
    <dgm:pt modelId="{7B551D9A-A806-4865-914D-7FEAEC095F0A}" type="pres">
      <dgm:prSet presAssocID="{F128A51E-021E-4082-AE0D-BBB0B65E75A5}" presName="accentRepeatNode" presStyleLbl="solidFgAcc1" presStyleIdx="1" presStyleCnt="3"/>
      <dgm:spPr/>
    </dgm:pt>
    <dgm:pt modelId="{80AEF5D7-0E00-4056-B6A9-08106D6CFFDA}" type="pres">
      <dgm:prSet presAssocID="{E49F7F7D-1C44-4752-95D9-D3BEB1F1BE3B}" presName="text_3" presStyleLbl="node1" presStyleIdx="2" presStyleCnt="3">
        <dgm:presLayoutVars>
          <dgm:bulletEnabled val="1"/>
        </dgm:presLayoutVars>
      </dgm:prSet>
      <dgm:spPr/>
    </dgm:pt>
    <dgm:pt modelId="{97991A51-3DED-42D6-A950-B013FBD4B661}" type="pres">
      <dgm:prSet presAssocID="{E49F7F7D-1C44-4752-95D9-D3BEB1F1BE3B}" presName="accent_3" presStyleCnt="0"/>
      <dgm:spPr/>
    </dgm:pt>
    <dgm:pt modelId="{64F0D975-B6B3-4B7E-B1E4-E4B8C82D8F15}" type="pres">
      <dgm:prSet presAssocID="{E49F7F7D-1C44-4752-95D9-D3BEB1F1BE3B}" presName="accentRepeatNode" presStyleLbl="solidFgAcc1" presStyleIdx="2" presStyleCnt="3"/>
      <dgm:spPr/>
    </dgm:pt>
  </dgm:ptLst>
  <dgm:cxnLst>
    <dgm:cxn modelId="{A4DB6236-7D7D-4C66-9CBE-BC73ED2A15B8}" srcId="{7E5AA53B-3EEE-4DE4-BB81-9044890C2946}" destId="{754CCEC5-D25D-4D38-A749-7EC19E0C7B05}" srcOrd="0" destOrd="0" parTransId="{1362388A-3561-4409-AA00-2B14082D623E}" sibTransId="{A3FBFD7F-B4DC-4616-8EC3-453375C9CD29}"/>
    <dgm:cxn modelId="{A9622045-0E90-4416-BA0D-448BF0BF1B7E}" type="presOf" srcId="{A3FBFD7F-B4DC-4616-8EC3-453375C9CD29}" destId="{D79B43FC-100B-4A0D-A4D5-0D2D04B99064}" srcOrd="0" destOrd="0" presId="urn:microsoft.com/office/officeart/2008/layout/VerticalCurvedList"/>
    <dgm:cxn modelId="{8E82D88E-2FD7-4961-B4C5-B43E8FA53110}" srcId="{7E5AA53B-3EEE-4DE4-BB81-9044890C2946}" destId="{F128A51E-021E-4082-AE0D-BBB0B65E75A5}" srcOrd="1" destOrd="0" parTransId="{FDB4144E-0715-4B0C-9C37-8DD829734B37}" sibTransId="{1B21DFB0-470D-451F-9BF1-C8889A2DA488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7C5C65AB-A050-45DE-A968-D68F4802CCCA}" srcId="{7E5AA53B-3EEE-4DE4-BB81-9044890C2946}" destId="{E49F7F7D-1C44-4752-95D9-D3BEB1F1BE3B}" srcOrd="2" destOrd="0" parTransId="{A7F59A2C-02B1-4D35-9879-B699C2016C7B}" sibTransId="{28AD5939-528F-4C40-992A-DDD4BB0A4FC2}"/>
    <dgm:cxn modelId="{EDE7FAB6-CC54-43D5-811A-8DF95B474833}" type="presOf" srcId="{E49F7F7D-1C44-4752-95D9-D3BEB1F1BE3B}" destId="{80AEF5D7-0E00-4056-B6A9-08106D6CFFDA}" srcOrd="0" destOrd="0" presId="urn:microsoft.com/office/officeart/2008/layout/VerticalCurvedList"/>
    <dgm:cxn modelId="{A5BD87E0-38D5-4AEF-BEB5-3BB418D97581}" type="presOf" srcId="{754CCEC5-D25D-4D38-A749-7EC19E0C7B05}" destId="{8AC13D3F-FE13-426C-8D82-58E1308FBA67}" srcOrd="0" destOrd="0" presId="urn:microsoft.com/office/officeart/2008/layout/VerticalCurvedList"/>
    <dgm:cxn modelId="{D7B7EBF6-82F7-44E3-A32D-A8FA137D110B}" type="presOf" srcId="{F128A51E-021E-4082-AE0D-BBB0B65E75A5}" destId="{A0F6046D-AFD8-45FE-906D-88119476BC36}" srcOrd="0" destOrd="0" presId="urn:microsoft.com/office/officeart/2008/layout/VerticalCurvedList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ECBE337D-7809-40C5-9B5A-A6030ED2F021}" type="presParOf" srcId="{90561C55-3C6E-4D53-85E1-2C50BCDDA392}" destId="{8AC13D3F-FE13-426C-8D82-58E1308FBA67}" srcOrd="1" destOrd="0" presId="urn:microsoft.com/office/officeart/2008/layout/VerticalCurvedList"/>
    <dgm:cxn modelId="{82201FFE-F78D-4A78-A188-9BF410461D6F}" type="presParOf" srcId="{90561C55-3C6E-4D53-85E1-2C50BCDDA392}" destId="{9324455E-86D2-46DD-AF06-050846C59ED8}" srcOrd="2" destOrd="0" presId="urn:microsoft.com/office/officeart/2008/layout/VerticalCurvedList"/>
    <dgm:cxn modelId="{C8C6A232-D4BB-4EE5-B4C1-A3D18C019956}" type="presParOf" srcId="{9324455E-86D2-46DD-AF06-050846C59ED8}" destId="{6EE5C1A0-B088-40A5-AAC6-770F0F77F0C2}" srcOrd="0" destOrd="0" presId="urn:microsoft.com/office/officeart/2008/layout/VerticalCurvedList"/>
    <dgm:cxn modelId="{175AFE6A-5AE2-40C3-B17E-2D8C8615E72A}" type="presParOf" srcId="{90561C55-3C6E-4D53-85E1-2C50BCDDA392}" destId="{A0F6046D-AFD8-45FE-906D-88119476BC36}" srcOrd="3" destOrd="0" presId="urn:microsoft.com/office/officeart/2008/layout/VerticalCurvedList"/>
    <dgm:cxn modelId="{9C3D9F75-EE03-490A-8C7A-843871F375DE}" type="presParOf" srcId="{90561C55-3C6E-4D53-85E1-2C50BCDDA392}" destId="{579FED42-B462-4E32-A825-8B806077435B}" srcOrd="4" destOrd="0" presId="urn:microsoft.com/office/officeart/2008/layout/VerticalCurvedList"/>
    <dgm:cxn modelId="{1183DFC9-48A2-4457-A7D6-49E21E87994E}" type="presParOf" srcId="{579FED42-B462-4E32-A825-8B806077435B}" destId="{7B551D9A-A806-4865-914D-7FEAEC095F0A}" srcOrd="0" destOrd="0" presId="urn:microsoft.com/office/officeart/2008/layout/VerticalCurvedList"/>
    <dgm:cxn modelId="{6653F989-1D8A-4229-A54D-B4ED78017A5F}" type="presParOf" srcId="{90561C55-3C6E-4D53-85E1-2C50BCDDA392}" destId="{80AEF5D7-0E00-4056-B6A9-08106D6CFFDA}" srcOrd="5" destOrd="0" presId="urn:microsoft.com/office/officeart/2008/layout/VerticalCurvedList"/>
    <dgm:cxn modelId="{7D91B801-C0D7-49D3-BA82-6D3BF9241E89}" type="presParOf" srcId="{90561C55-3C6E-4D53-85E1-2C50BCDDA392}" destId="{97991A51-3DED-42D6-A950-B013FBD4B661}" srcOrd="6" destOrd="0" presId="urn:microsoft.com/office/officeart/2008/layout/VerticalCurvedList"/>
    <dgm:cxn modelId="{C671E97E-85AA-4EED-98A0-1F209474045A}" type="presParOf" srcId="{97991A51-3DED-42D6-A950-B013FBD4B661}" destId="{64F0D975-B6B3-4B7E-B1E4-E4B8C82D8F1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 rtlCol="0"/>
        <a:lstStyle/>
        <a:p>
          <a:pPr rtl="0"/>
          <a:endParaRPr lang="en-US"/>
        </a:p>
      </dgm:t>
    </dgm:pt>
    <dgm:pt modelId="{754CCEC5-D25D-4D38-A749-7EC19E0C7B05}">
      <dgm:prSet/>
      <dgm:spPr/>
      <dgm:t>
        <a:bodyPr/>
        <a:lstStyle/>
        <a:p>
          <a:pPr rtl="0">
            <a:lnSpc>
              <a:spcPct val="100000"/>
            </a:lnSpc>
          </a:pPr>
          <a:endParaRPr lang="en-AE" dirty="0"/>
        </a:p>
      </dgm:t>
    </dgm:pt>
    <dgm:pt modelId="{1362388A-3561-4409-AA00-2B14082D623E}" type="parTrans" cxnId="{A4DB6236-7D7D-4C66-9CBE-BC73ED2A15B8}">
      <dgm:prSet/>
      <dgm:spPr/>
      <dgm:t>
        <a:bodyPr/>
        <a:lstStyle/>
        <a:p>
          <a:endParaRPr lang="en-AE"/>
        </a:p>
      </dgm:t>
    </dgm:pt>
    <dgm:pt modelId="{A3FBFD7F-B4DC-4616-8EC3-453375C9CD29}" type="sibTrans" cxnId="{A4DB6236-7D7D-4C66-9CBE-BC73ED2A15B8}">
      <dgm:prSet/>
      <dgm:spPr/>
      <dgm:t>
        <a:bodyPr/>
        <a:lstStyle/>
        <a:p>
          <a:endParaRPr lang="en-AE"/>
        </a:p>
      </dgm:t>
    </dgm:pt>
    <dgm:pt modelId="{F128A51E-021E-4082-AE0D-BBB0B65E75A5}">
      <dgm:prSet/>
      <dgm:spPr/>
      <dgm:t>
        <a:bodyPr/>
        <a:lstStyle/>
        <a:p>
          <a:pPr>
            <a:lnSpc>
              <a:spcPct val="100000"/>
            </a:lnSpc>
          </a:pPr>
          <a:endParaRPr lang="en-AE" dirty="0"/>
        </a:p>
      </dgm:t>
    </dgm:pt>
    <dgm:pt modelId="{FDB4144E-0715-4B0C-9C37-8DD829734B37}" type="parTrans" cxnId="{8E82D88E-2FD7-4961-B4C5-B43E8FA53110}">
      <dgm:prSet/>
      <dgm:spPr/>
      <dgm:t>
        <a:bodyPr/>
        <a:lstStyle/>
        <a:p>
          <a:endParaRPr lang="en-AE"/>
        </a:p>
      </dgm:t>
    </dgm:pt>
    <dgm:pt modelId="{1B21DFB0-470D-451F-9BF1-C8889A2DA488}" type="sibTrans" cxnId="{8E82D88E-2FD7-4961-B4C5-B43E8FA53110}">
      <dgm:prSet/>
      <dgm:spPr/>
      <dgm:t>
        <a:bodyPr/>
        <a:lstStyle/>
        <a:p>
          <a:endParaRPr lang="en-AE"/>
        </a:p>
      </dgm:t>
    </dgm:pt>
    <dgm:pt modelId="{E49F7F7D-1C44-4752-95D9-D3BEB1F1BE3B}">
      <dgm:prSet/>
      <dgm:spPr/>
      <dgm:t>
        <a:bodyPr/>
        <a:lstStyle/>
        <a:p>
          <a:pPr rtl="0">
            <a:lnSpc>
              <a:spcPct val="100000"/>
            </a:lnSpc>
          </a:pPr>
          <a:endParaRPr lang="en-AE" dirty="0">
            <a:solidFill>
              <a:srgbClr val="FF0000"/>
            </a:solidFill>
          </a:endParaRPr>
        </a:p>
      </dgm:t>
    </dgm:pt>
    <dgm:pt modelId="{A7F59A2C-02B1-4D35-9879-B699C2016C7B}" type="parTrans" cxnId="{7C5C65AB-A050-45DE-A968-D68F4802CCCA}">
      <dgm:prSet/>
      <dgm:spPr/>
      <dgm:t>
        <a:bodyPr/>
        <a:lstStyle/>
        <a:p>
          <a:endParaRPr lang="en-AE"/>
        </a:p>
      </dgm:t>
    </dgm:pt>
    <dgm:pt modelId="{28AD5939-528F-4C40-992A-DDD4BB0A4FC2}" type="sibTrans" cxnId="{7C5C65AB-A050-45DE-A968-D68F4802CCCA}">
      <dgm:prSet/>
      <dgm:spPr/>
      <dgm:t>
        <a:bodyPr/>
        <a:lstStyle/>
        <a:p>
          <a:endParaRPr lang="en-AE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3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3"/>
      <dgm:spPr/>
    </dgm:pt>
    <dgm:pt modelId="{429CABD1-4116-474B-81BF-735E2CA9DD00}" type="pres">
      <dgm:prSet presAssocID="{7E5AA53B-3EEE-4DE4-BB81-9044890C2946}" presName="dstNode" presStyleLbl="node1" presStyleIdx="0" presStyleCnt="3"/>
      <dgm:spPr/>
    </dgm:pt>
    <dgm:pt modelId="{8AC13D3F-FE13-426C-8D82-58E1308FBA67}" type="pres">
      <dgm:prSet presAssocID="{754CCEC5-D25D-4D38-A749-7EC19E0C7B05}" presName="text_1" presStyleLbl="node1" presStyleIdx="0" presStyleCnt="3">
        <dgm:presLayoutVars>
          <dgm:bulletEnabled val="1"/>
        </dgm:presLayoutVars>
      </dgm:prSet>
      <dgm:spPr/>
    </dgm:pt>
    <dgm:pt modelId="{9324455E-86D2-46DD-AF06-050846C59ED8}" type="pres">
      <dgm:prSet presAssocID="{754CCEC5-D25D-4D38-A749-7EC19E0C7B05}" presName="accent_1" presStyleCnt="0"/>
      <dgm:spPr/>
    </dgm:pt>
    <dgm:pt modelId="{6EE5C1A0-B088-40A5-AAC6-770F0F77F0C2}" type="pres">
      <dgm:prSet presAssocID="{754CCEC5-D25D-4D38-A749-7EC19E0C7B05}" presName="accentRepeatNode" presStyleLbl="solidFgAcc1" presStyleIdx="0" presStyleCnt="3"/>
      <dgm:spPr/>
    </dgm:pt>
    <dgm:pt modelId="{A0F6046D-AFD8-45FE-906D-88119476BC36}" type="pres">
      <dgm:prSet presAssocID="{F128A51E-021E-4082-AE0D-BBB0B65E75A5}" presName="text_2" presStyleLbl="node1" presStyleIdx="1" presStyleCnt="3">
        <dgm:presLayoutVars>
          <dgm:bulletEnabled val="1"/>
        </dgm:presLayoutVars>
      </dgm:prSet>
      <dgm:spPr/>
    </dgm:pt>
    <dgm:pt modelId="{579FED42-B462-4E32-A825-8B806077435B}" type="pres">
      <dgm:prSet presAssocID="{F128A51E-021E-4082-AE0D-BBB0B65E75A5}" presName="accent_2" presStyleCnt="0"/>
      <dgm:spPr/>
    </dgm:pt>
    <dgm:pt modelId="{7B551D9A-A806-4865-914D-7FEAEC095F0A}" type="pres">
      <dgm:prSet presAssocID="{F128A51E-021E-4082-AE0D-BBB0B65E75A5}" presName="accentRepeatNode" presStyleLbl="solidFgAcc1" presStyleIdx="1" presStyleCnt="3"/>
      <dgm:spPr/>
    </dgm:pt>
    <dgm:pt modelId="{80AEF5D7-0E00-4056-B6A9-08106D6CFFDA}" type="pres">
      <dgm:prSet presAssocID="{E49F7F7D-1C44-4752-95D9-D3BEB1F1BE3B}" presName="text_3" presStyleLbl="node1" presStyleIdx="2" presStyleCnt="3">
        <dgm:presLayoutVars>
          <dgm:bulletEnabled val="1"/>
        </dgm:presLayoutVars>
      </dgm:prSet>
      <dgm:spPr/>
    </dgm:pt>
    <dgm:pt modelId="{97991A51-3DED-42D6-A950-B013FBD4B661}" type="pres">
      <dgm:prSet presAssocID="{E49F7F7D-1C44-4752-95D9-D3BEB1F1BE3B}" presName="accent_3" presStyleCnt="0"/>
      <dgm:spPr/>
    </dgm:pt>
    <dgm:pt modelId="{64F0D975-B6B3-4B7E-B1E4-E4B8C82D8F15}" type="pres">
      <dgm:prSet presAssocID="{E49F7F7D-1C44-4752-95D9-D3BEB1F1BE3B}" presName="accentRepeatNode" presStyleLbl="solidFgAcc1" presStyleIdx="2" presStyleCnt="3"/>
      <dgm:spPr/>
    </dgm:pt>
  </dgm:ptLst>
  <dgm:cxnLst>
    <dgm:cxn modelId="{A4DB6236-7D7D-4C66-9CBE-BC73ED2A15B8}" srcId="{7E5AA53B-3EEE-4DE4-BB81-9044890C2946}" destId="{754CCEC5-D25D-4D38-A749-7EC19E0C7B05}" srcOrd="0" destOrd="0" parTransId="{1362388A-3561-4409-AA00-2B14082D623E}" sibTransId="{A3FBFD7F-B4DC-4616-8EC3-453375C9CD29}"/>
    <dgm:cxn modelId="{A9622045-0E90-4416-BA0D-448BF0BF1B7E}" type="presOf" srcId="{A3FBFD7F-B4DC-4616-8EC3-453375C9CD29}" destId="{D79B43FC-100B-4A0D-A4D5-0D2D04B99064}" srcOrd="0" destOrd="0" presId="urn:microsoft.com/office/officeart/2008/layout/VerticalCurvedList"/>
    <dgm:cxn modelId="{8E82D88E-2FD7-4961-B4C5-B43E8FA53110}" srcId="{7E5AA53B-3EEE-4DE4-BB81-9044890C2946}" destId="{F128A51E-021E-4082-AE0D-BBB0B65E75A5}" srcOrd="1" destOrd="0" parTransId="{FDB4144E-0715-4B0C-9C37-8DD829734B37}" sibTransId="{1B21DFB0-470D-451F-9BF1-C8889A2DA488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7C5C65AB-A050-45DE-A968-D68F4802CCCA}" srcId="{7E5AA53B-3EEE-4DE4-BB81-9044890C2946}" destId="{E49F7F7D-1C44-4752-95D9-D3BEB1F1BE3B}" srcOrd="2" destOrd="0" parTransId="{A7F59A2C-02B1-4D35-9879-B699C2016C7B}" sibTransId="{28AD5939-528F-4C40-992A-DDD4BB0A4FC2}"/>
    <dgm:cxn modelId="{EDE7FAB6-CC54-43D5-811A-8DF95B474833}" type="presOf" srcId="{E49F7F7D-1C44-4752-95D9-D3BEB1F1BE3B}" destId="{80AEF5D7-0E00-4056-B6A9-08106D6CFFDA}" srcOrd="0" destOrd="0" presId="urn:microsoft.com/office/officeart/2008/layout/VerticalCurvedList"/>
    <dgm:cxn modelId="{A5BD87E0-38D5-4AEF-BEB5-3BB418D97581}" type="presOf" srcId="{754CCEC5-D25D-4D38-A749-7EC19E0C7B05}" destId="{8AC13D3F-FE13-426C-8D82-58E1308FBA67}" srcOrd="0" destOrd="0" presId="urn:microsoft.com/office/officeart/2008/layout/VerticalCurvedList"/>
    <dgm:cxn modelId="{D7B7EBF6-82F7-44E3-A32D-A8FA137D110B}" type="presOf" srcId="{F128A51E-021E-4082-AE0D-BBB0B65E75A5}" destId="{A0F6046D-AFD8-45FE-906D-88119476BC36}" srcOrd="0" destOrd="0" presId="urn:microsoft.com/office/officeart/2008/layout/VerticalCurvedList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ECBE337D-7809-40C5-9B5A-A6030ED2F021}" type="presParOf" srcId="{90561C55-3C6E-4D53-85E1-2C50BCDDA392}" destId="{8AC13D3F-FE13-426C-8D82-58E1308FBA67}" srcOrd="1" destOrd="0" presId="urn:microsoft.com/office/officeart/2008/layout/VerticalCurvedList"/>
    <dgm:cxn modelId="{82201FFE-F78D-4A78-A188-9BF410461D6F}" type="presParOf" srcId="{90561C55-3C6E-4D53-85E1-2C50BCDDA392}" destId="{9324455E-86D2-46DD-AF06-050846C59ED8}" srcOrd="2" destOrd="0" presId="urn:microsoft.com/office/officeart/2008/layout/VerticalCurvedList"/>
    <dgm:cxn modelId="{C8C6A232-D4BB-4EE5-B4C1-A3D18C019956}" type="presParOf" srcId="{9324455E-86D2-46DD-AF06-050846C59ED8}" destId="{6EE5C1A0-B088-40A5-AAC6-770F0F77F0C2}" srcOrd="0" destOrd="0" presId="urn:microsoft.com/office/officeart/2008/layout/VerticalCurvedList"/>
    <dgm:cxn modelId="{175AFE6A-5AE2-40C3-B17E-2D8C8615E72A}" type="presParOf" srcId="{90561C55-3C6E-4D53-85E1-2C50BCDDA392}" destId="{A0F6046D-AFD8-45FE-906D-88119476BC36}" srcOrd="3" destOrd="0" presId="urn:microsoft.com/office/officeart/2008/layout/VerticalCurvedList"/>
    <dgm:cxn modelId="{9C3D9F75-EE03-490A-8C7A-843871F375DE}" type="presParOf" srcId="{90561C55-3C6E-4D53-85E1-2C50BCDDA392}" destId="{579FED42-B462-4E32-A825-8B806077435B}" srcOrd="4" destOrd="0" presId="urn:microsoft.com/office/officeart/2008/layout/VerticalCurvedList"/>
    <dgm:cxn modelId="{1183DFC9-48A2-4457-A7D6-49E21E87994E}" type="presParOf" srcId="{579FED42-B462-4E32-A825-8B806077435B}" destId="{7B551D9A-A806-4865-914D-7FEAEC095F0A}" srcOrd="0" destOrd="0" presId="urn:microsoft.com/office/officeart/2008/layout/VerticalCurvedList"/>
    <dgm:cxn modelId="{6653F989-1D8A-4229-A54D-B4ED78017A5F}" type="presParOf" srcId="{90561C55-3C6E-4D53-85E1-2C50BCDDA392}" destId="{80AEF5D7-0E00-4056-B6A9-08106D6CFFDA}" srcOrd="5" destOrd="0" presId="urn:microsoft.com/office/officeart/2008/layout/VerticalCurvedList"/>
    <dgm:cxn modelId="{7D91B801-C0D7-49D3-BA82-6D3BF9241E89}" type="presParOf" srcId="{90561C55-3C6E-4D53-85E1-2C50BCDDA392}" destId="{97991A51-3DED-42D6-A950-B013FBD4B661}" srcOrd="6" destOrd="0" presId="urn:microsoft.com/office/officeart/2008/layout/VerticalCurvedList"/>
    <dgm:cxn modelId="{C671E97E-85AA-4EED-98A0-1F209474045A}" type="presParOf" srcId="{97991A51-3DED-42D6-A950-B013FBD4B661}" destId="{64F0D975-B6B3-4B7E-B1E4-E4B8C82D8F15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C13D3F-FE13-426C-8D82-58E1308FBA67}">
      <dsp:nvSpPr>
        <dsp:cNvPr id="0" name=""/>
        <dsp:cNvSpPr/>
      </dsp:nvSpPr>
      <dsp:spPr>
        <a:xfrm>
          <a:off x="496568" y="356393"/>
          <a:ext cx="6414629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anchor="ctr" anchorCtr="0">
          <a:noAutofit/>
        </a:bodyPr>
        <a:lstStyle/>
        <a:p>
          <a:pPr marL="0" lvl="0" indent="0" algn="l" defTabSz="1555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AE" sz="3500" kern="1200" dirty="0"/>
        </a:p>
      </dsp:txBody>
      <dsp:txXfrm>
        <a:off x="496568" y="356393"/>
        <a:ext cx="6414629" cy="712787"/>
      </dsp:txXfrm>
    </dsp:sp>
    <dsp:sp modelId="{6EE5C1A0-B088-40A5-AAC6-770F0F77F0C2}">
      <dsp:nvSpPr>
        <dsp:cNvPr id="0" name=""/>
        <dsp:cNvSpPr/>
      </dsp:nvSpPr>
      <dsp:spPr>
        <a:xfrm>
          <a:off x="51076" y="267295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F6046D-AFD8-45FE-906D-88119476BC36}">
      <dsp:nvSpPr>
        <dsp:cNvPr id="0" name=""/>
        <dsp:cNvSpPr/>
      </dsp:nvSpPr>
      <dsp:spPr>
        <a:xfrm>
          <a:off x="755666" y="1425575"/>
          <a:ext cx="6155530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AE" sz="3500" kern="1200" dirty="0"/>
        </a:p>
      </dsp:txBody>
      <dsp:txXfrm>
        <a:off x="755666" y="1425575"/>
        <a:ext cx="6155530" cy="712787"/>
      </dsp:txXfrm>
    </dsp:sp>
    <dsp:sp modelId="{7B551D9A-A806-4865-914D-7FEAEC095F0A}">
      <dsp:nvSpPr>
        <dsp:cNvPr id="0" name=""/>
        <dsp:cNvSpPr/>
      </dsp:nvSpPr>
      <dsp:spPr>
        <a:xfrm>
          <a:off x="310174" y="1336476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AEF5D7-0E00-4056-B6A9-08106D6CFFDA}">
      <dsp:nvSpPr>
        <dsp:cNvPr id="0" name=""/>
        <dsp:cNvSpPr/>
      </dsp:nvSpPr>
      <dsp:spPr>
        <a:xfrm>
          <a:off x="496568" y="2494756"/>
          <a:ext cx="6414629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anchor="ctr" anchorCtr="0">
          <a:noAutofit/>
        </a:bodyPr>
        <a:lstStyle/>
        <a:p>
          <a:pPr marL="0" lvl="0" indent="0" algn="l" defTabSz="1555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AE" sz="3500" kern="1200" dirty="0">
            <a:solidFill>
              <a:srgbClr val="FF0000"/>
            </a:solidFill>
          </a:endParaRPr>
        </a:p>
      </dsp:txBody>
      <dsp:txXfrm>
        <a:off x="496568" y="2494756"/>
        <a:ext cx="6414629" cy="712787"/>
      </dsp:txXfrm>
    </dsp:sp>
    <dsp:sp modelId="{64F0D975-B6B3-4B7E-B1E4-E4B8C82D8F15}">
      <dsp:nvSpPr>
        <dsp:cNvPr id="0" name=""/>
        <dsp:cNvSpPr/>
      </dsp:nvSpPr>
      <dsp:spPr>
        <a:xfrm>
          <a:off x="51076" y="2405658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AC13D3F-FE13-426C-8D82-58E1308FBA67}">
      <dsp:nvSpPr>
        <dsp:cNvPr id="0" name=""/>
        <dsp:cNvSpPr/>
      </dsp:nvSpPr>
      <dsp:spPr>
        <a:xfrm>
          <a:off x="496568" y="356393"/>
          <a:ext cx="6414629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anchor="ctr" anchorCtr="0">
          <a:noAutofit/>
        </a:bodyPr>
        <a:lstStyle/>
        <a:p>
          <a:pPr marL="0" lvl="0" indent="0" algn="l" defTabSz="1555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AE" sz="3500" kern="1200" dirty="0"/>
        </a:p>
      </dsp:txBody>
      <dsp:txXfrm>
        <a:off x="496568" y="356393"/>
        <a:ext cx="6414629" cy="712787"/>
      </dsp:txXfrm>
    </dsp:sp>
    <dsp:sp modelId="{6EE5C1A0-B088-40A5-AAC6-770F0F77F0C2}">
      <dsp:nvSpPr>
        <dsp:cNvPr id="0" name=""/>
        <dsp:cNvSpPr/>
      </dsp:nvSpPr>
      <dsp:spPr>
        <a:xfrm>
          <a:off x="51076" y="267295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F6046D-AFD8-45FE-906D-88119476BC36}">
      <dsp:nvSpPr>
        <dsp:cNvPr id="0" name=""/>
        <dsp:cNvSpPr/>
      </dsp:nvSpPr>
      <dsp:spPr>
        <a:xfrm>
          <a:off x="755666" y="1425575"/>
          <a:ext cx="6155530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AE" sz="3500" kern="1200" dirty="0"/>
        </a:p>
      </dsp:txBody>
      <dsp:txXfrm>
        <a:off x="755666" y="1425575"/>
        <a:ext cx="6155530" cy="712787"/>
      </dsp:txXfrm>
    </dsp:sp>
    <dsp:sp modelId="{7B551D9A-A806-4865-914D-7FEAEC095F0A}">
      <dsp:nvSpPr>
        <dsp:cNvPr id="0" name=""/>
        <dsp:cNvSpPr/>
      </dsp:nvSpPr>
      <dsp:spPr>
        <a:xfrm>
          <a:off x="310174" y="1336476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AEF5D7-0E00-4056-B6A9-08106D6CFFDA}">
      <dsp:nvSpPr>
        <dsp:cNvPr id="0" name=""/>
        <dsp:cNvSpPr/>
      </dsp:nvSpPr>
      <dsp:spPr>
        <a:xfrm>
          <a:off x="496568" y="2494756"/>
          <a:ext cx="6414629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anchor="ctr" anchorCtr="0">
          <a:noAutofit/>
        </a:bodyPr>
        <a:lstStyle/>
        <a:p>
          <a:pPr marL="0" lvl="0" indent="0" algn="l" defTabSz="15557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en-AE" sz="3500" kern="1200" dirty="0">
            <a:solidFill>
              <a:srgbClr val="FF0000"/>
            </a:solidFill>
          </a:endParaRPr>
        </a:p>
      </dsp:txBody>
      <dsp:txXfrm>
        <a:off x="496568" y="2494756"/>
        <a:ext cx="6414629" cy="712787"/>
      </dsp:txXfrm>
    </dsp:sp>
    <dsp:sp modelId="{64F0D975-B6B3-4B7E-B1E4-E4B8C82D8F15}">
      <dsp:nvSpPr>
        <dsp:cNvPr id="0" name=""/>
        <dsp:cNvSpPr/>
      </dsp:nvSpPr>
      <dsp:spPr>
        <a:xfrm>
          <a:off x="51076" y="2405658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0FA3576-2E34-44A5-91FF-3C53AC3DA648}" type="datetime1">
              <a:rPr lang="it-IT" smtClean="0"/>
              <a:t>29/05/2026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F21FEC-DF32-4E90-A279-29D5C0BB0773}" type="datetime1">
              <a:rPr lang="it-IT" smtClean="0"/>
              <a:pPr/>
              <a:t>29/05/2026</a:t>
            </a:fld>
            <a:endParaRPr lang="it-IT" dirty="0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it-IT" noProof="0"/>
              <a:t>Fare clic per modificare lo stile del titolo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it-IT" noProof="0" smtClean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AE034-BD80-0057-CAAB-ABCE4C928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738627EB-6FD9-9D67-913D-10D1813D91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1DC1012D-FC0D-6F4A-5333-7F8E3518B7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131A6F0-2E19-9F21-D6A5-36B62069EF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it-IT" smtClean="0"/>
              <a:t>5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22896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1A6F0-06E6-D4D0-62E7-BE3E1D202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>
            <a:extLst>
              <a:ext uri="{FF2B5EF4-FFF2-40B4-BE49-F238E27FC236}">
                <a16:creationId xmlns:a16="http://schemas.microsoft.com/office/drawing/2014/main" id="{B8CE97CF-6525-8C37-F89E-F318717C35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Segnaposto note 2">
            <a:extLst>
              <a:ext uri="{FF2B5EF4-FFF2-40B4-BE49-F238E27FC236}">
                <a16:creationId xmlns:a16="http://schemas.microsoft.com/office/drawing/2014/main" id="{5EF7376F-F4B6-80DF-7E79-5AF3DC94B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25E44A7-A91A-19B8-1887-BA1F6ACD4D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it-IT" smtClean="0"/>
              <a:t>10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87404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GB" noProof="0"/>
              <a:t>Click to edit Master subtitle style</a:t>
            </a:r>
            <a:endParaRPr lang="it-IT" noProof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7A23933-3F77-4C59-A775-45E2435C8368}" type="datetime1">
              <a:rPr lang="it-IT" noProof="0" smtClean="0"/>
              <a:t>29/05/2026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it-IT" noProof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F3FB14C-AC96-42E5-BE0B-73EFAA1A7EA7}" type="datetime1">
              <a:rPr lang="it-IT" noProof="0" smtClean="0"/>
              <a:t>29/05/2026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76327E91-20FF-43F1-A337-75953C73E7D7}" type="datetime1">
              <a:rPr lang="it-IT" noProof="0" smtClean="0"/>
              <a:t>29/05/2026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it-IT" noProof="0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it-IT" noProof="0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DCB701-B7F2-4988-9CFB-241C1D412354}" type="datetime1">
              <a:rPr lang="it-IT" noProof="0" smtClean="0"/>
              <a:t>29/05/2026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12" name="Tito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it-IT" noProof="0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it-IT" noProof="0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9B0459-76CC-4B94-A6C6-908B17D42BC8}" type="datetime1">
              <a:rPr lang="it-IT" noProof="0" smtClean="0"/>
              <a:t>29/05/2026</a:t>
            </a:fld>
            <a:endParaRPr lang="it-IT" noProof="0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2D572E4-8572-44CF-B6FA-B15ECB2B0691}" type="datetime1">
              <a:rPr lang="it-IT" noProof="0" smtClean="0"/>
              <a:t>29/05/2026</a:t>
            </a:fld>
            <a:endParaRPr lang="it-IT" noProof="0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  <p:sp>
        <p:nvSpPr>
          <p:cNvPr id="7" name="Rettango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8" name="Tito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F266B29-8DDF-40ED-AC5D-ED73AC5A6521}" type="datetime1">
              <a:rPr lang="it-IT" noProof="0" smtClean="0"/>
              <a:t>29/05/2026</a:t>
            </a:fld>
            <a:endParaRPr lang="it-IT" noProof="0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tango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4CFC7787-2DFD-4221-B49C-354C37128239}" type="datetime1">
              <a:rPr lang="it-IT" noProof="0" smtClean="0"/>
              <a:t>29/05/2026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egnaposto immagine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GB" noProof="0"/>
              <a:t>Click icon to add picture</a:t>
            </a:r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GB" noProof="0"/>
              <a:t>Click to edit Master text styles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3F07A8F-C5D3-4128-B052-E864993A59CE}" type="datetime1">
              <a:rPr lang="it-IT" noProof="0" smtClean="0"/>
              <a:t>29/05/2026</a:t>
            </a:fld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9" name="Tito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it-IT" noProof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B4ECE9F-4108-4829-8F23-DFA9C926965D}" type="datetime1">
              <a:rPr lang="it-IT" noProof="0" smtClean="0"/>
              <a:t>29/05/2026</a:t>
            </a:fld>
            <a:endParaRPr lang="it-IT" noProof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vertical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en-GB" noProof="0"/>
              <a:t>Click to edit Master title style</a:t>
            </a:r>
            <a:endParaRPr lang="it-IT" noProof="0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en-GB" noProof="0"/>
              <a:t>Click to edit Master text styles</a:t>
            </a:r>
          </a:p>
          <a:p>
            <a:pPr lvl="1" rtl="0"/>
            <a:r>
              <a:rPr lang="en-GB" noProof="0"/>
              <a:t>Second level</a:t>
            </a:r>
          </a:p>
          <a:p>
            <a:pPr lvl="2" rtl="0"/>
            <a:r>
              <a:rPr lang="en-GB" noProof="0"/>
              <a:t>Third level</a:t>
            </a:r>
          </a:p>
          <a:p>
            <a:pPr lvl="3" rtl="0"/>
            <a:r>
              <a:rPr lang="en-GB" noProof="0"/>
              <a:t>Fourth level</a:t>
            </a:r>
          </a:p>
          <a:p>
            <a:pPr lvl="4" rtl="0"/>
            <a:r>
              <a:rPr lang="en-GB" noProof="0"/>
              <a:t>Fifth level</a:t>
            </a:r>
            <a:endParaRPr lang="it-IT" noProof="0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2AB59B6B-A2EF-4B30-AEF7-A3091D0F5449}" type="datetime1">
              <a:rPr lang="it-IT" noProof="0" smtClean="0"/>
              <a:t>29/05/2026</a:t>
            </a:fld>
            <a:endParaRPr lang="it-IT" noProof="0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it-IT" noProof="0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it-IT" noProof="0"/>
              <a:t>Fare clic per modificare gli stili del testo dello schema</a:t>
            </a:r>
          </a:p>
          <a:p>
            <a:pPr lvl="1" rtl="0"/>
            <a:r>
              <a:rPr lang="it-IT" noProof="0"/>
              <a:t>Secondo livello</a:t>
            </a:r>
          </a:p>
          <a:p>
            <a:pPr lvl="2" rtl="0"/>
            <a:r>
              <a:rPr lang="it-IT" noProof="0"/>
              <a:t>Terzo livello</a:t>
            </a:r>
          </a:p>
          <a:p>
            <a:pPr lvl="3" rtl="0"/>
            <a:r>
              <a:rPr lang="it-IT" noProof="0"/>
              <a:t>Quarto livello</a:t>
            </a:r>
          </a:p>
          <a:p>
            <a:pPr lvl="4" rtl="0"/>
            <a:r>
              <a:rPr lang="it-IT" noProof="0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A36BACEF-F5E2-445B-BCCF-A68C06C41D7B}" type="datetime1">
              <a:rPr lang="it-IT" noProof="0" smtClean="0"/>
              <a:t>29/05/2026</a:t>
            </a:fld>
            <a:endParaRPr lang="it-IT" noProof="0" dirty="0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it-IT" noProof="0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it-IT" noProof="0" smtClean="0"/>
              <a:pPr rtl="0"/>
              <a:t>‹#›</a:t>
            </a:fld>
            <a:endParaRPr lang="it-IT" noProof="0"/>
          </a:p>
        </p:txBody>
      </p:sp>
      <p:sp>
        <p:nvSpPr>
          <p:cNvPr id="9" name="Rettango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10" name="Rettango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  <p:sp>
        <p:nvSpPr>
          <p:cNvPr id="11" name="Rettango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ttango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pic>
        <p:nvPicPr>
          <p:cNvPr id="7" name="Immagine 6" descr="Connessioni digitali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20" name="Rettango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</p:grpSp>
      <p:sp>
        <p:nvSpPr>
          <p:cNvPr id="22" name="Rettango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1999"/>
            <a:ext cx="10993549" cy="1818565"/>
          </a:xfrm>
        </p:spPr>
        <p:txBody>
          <a:bodyPr rtlCol="0">
            <a:noAutofit/>
          </a:bodyPr>
          <a:lstStyle/>
          <a:p>
            <a:r>
              <a:rPr lang="en-US" sz="6000" noProof="0">
                <a:solidFill>
                  <a:schemeClr val="bg1"/>
                </a:solidFill>
              </a:rPr>
              <a:t>HPC Project</a:t>
            </a:r>
            <a:endParaRPr lang="en-US" sz="6000" noProof="0" dirty="0">
              <a:solidFill>
                <a:schemeClr val="bg1"/>
              </a:solidFill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6330517"/>
            <a:ext cx="10993546" cy="407959"/>
          </a:xfrm>
        </p:spPr>
        <p:txBody>
          <a:bodyPr rtlCol="0">
            <a:normAutofit/>
          </a:bodyPr>
          <a:lstStyle/>
          <a:p>
            <a:r>
              <a:rPr lang="en-US" noProof="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Cloud Computing Basic Course - May 2026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F2708-1C09-1578-4668-30A2802BD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noProof="0" dirty="0"/>
              <a:t>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4CAD6-91D9-B8F1-6651-DEFD643E7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18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26F09-6CBB-BFCF-332D-0F22ACBF8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anchor="b">
            <a:normAutofit/>
          </a:bodyPr>
          <a:lstStyle/>
          <a:p>
            <a:r>
              <a:rPr lang="en-US" sz="3200" noProof="0" dirty="0"/>
              <a:t>Exercise 1 - </a:t>
            </a:r>
            <a:r>
              <a:rPr lang="en-US" sz="3200" dirty="0"/>
              <a:t>Objectives</a:t>
            </a:r>
            <a:endParaRPr lang="en-US" sz="32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E8B12-5AC0-F2BA-1220-5CB022C0D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088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99D31-DD53-D359-2DE7-EA73C3C56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Exercise 1 – Experimental Setup</a:t>
            </a:r>
            <a:endParaRPr lang="en-US" sz="3200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33FC6F-F868-A948-E13D-FD5ACC280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262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A71BD2-2FAE-9702-EF59-8B06A001C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ttangolo 12">
            <a:extLst>
              <a:ext uri="{FF2B5EF4-FFF2-40B4-BE49-F238E27FC236}">
                <a16:creationId xmlns:a16="http://schemas.microsoft.com/office/drawing/2014/main" id="{EC1F8F5F-B290-AD56-A0C3-5339DCA01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pic>
        <p:nvPicPr>
          <p:cNvPr id="8" name="Segnaposto contenuto 4" descr="Numeri digitali">
            <a:extLst>
              <a:ext uri="{FF2B5EF4-FFF2-40B4-BE49-F238E27FC236}">
                <a16:creationId xmlns:a16="http://schemas.microsoft.com/office/drawing/2014/main" id="{5A9B510E-AF53-311E-45E5-44B7BA9A4EB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uppo 14">
            <a:extLst>
              <a:ext uri="{FF2B5EF4-FFF2-40B4-BE49-F238E27FC236}">
                <a16:creationId xmlns:a16="http://schemas.microsoft.com/office/drawing/2014/main" id="{41602792-244C-AFE1-A2A4-268BA3C5E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id="{E1423F3E-EC62-F802-97AC-9CAC80AAAD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192D3039-9E9B-E484-5E6D-CC1E2929E2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B2F5945D-E3DB-3256-515F-566FC4C69B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1474FD40-C029-DD63-35D3-1B87AB924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rtlCol="0" anchor="ctr">
            <a:normAutofit/>
          </a:bodyPr>
          <a:lstStyle/>
          <a:p>
            <a:r>
              <a:rPr lang="en-US" sz="3200" dirty="0"/>
              <a:t>Exercise 1 – Key Results</a:t>
            </a:r>
            <a:endParaRPr lang="en-US" sz="3200" noProof="0" dirty="0"/>
          </a:p>
        </p:txBody>
      </p:sp>
      <p:graphicFrame>
        <p:nvGraphicFramePr>
          <p:cNvPr id="6" name="Segnaposto contenuto 5" descr="SmartArt">
            <a:extLst>
              <a:ext uri="{FF2B5EF4-FFF2-40B4-BE49-F238E27FC236}">
                <a16:creationId xmlns:a16="http://schemas.microsoft.com/office/drawing/2014/main" id="{0AA31711-4CDA-837D-19FD-F816540D099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719571" y="2198254"/>
          <a:ext cx="6958486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496646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28A4E-756D-6F29-029B-F5282CB23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 –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5D8D6-1EC2-876D-9900-68CFAEAC4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248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695D5-AC49-9D57-BFA7-38E2B7284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2c – The Mandelbrot 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0F517-02AD-7D7A-3B5C-7355627C4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07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1DFC0-B57F-26B0-C157-67A452D16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2c – Scaling Experiments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C2208-7A40-FFA7-49DD-504368D17C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9828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60CD7-2266-66EC-DB1C-A792F05910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2c –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A07470-71A3-2C31-40F2-E606EEF9D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31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E4E0F9-0B4B-8388-7E39-D73818C4A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ttangolo 12">
            <a:extLst>
              <a:ext uri="{FF2B5EF4-FFF2-40B4-BE49-F238E27FC236}">
                <a16:creationId xmlns:a16="http://schemas.microsoft.com/office/drawing/2014/main" id="{C96B54A8-A1E0-EA5B-CDC5-3C546FB81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pic>
        <p:nvPicPr>
          <p:cNvPr id="8" name="Segnaposto contenuto 4" descr="Numeri digitali">
            <a:extLst>
              <a:ext uri="{FF2B5EF4-FFF2-40B4-BE49-F238E27FC236}">
                <a16:creationId xmlns:a16="http://schemas.microsoft.com/office/drawing/2014/main" id="{579114DC-43A1-C6F3-98F0-5E0A727D7ED5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uppo 14">
            <a:extLst>
              <a:ext uri="{FF2B5EF4-FFF2-40B4-BE49-F238E27FC236}">
                <a16:creationId xmlns:a16="http://schemas.microsoft.com/office/drawing/2014/main" id="{B6696254-98FC-CE8C-2361-DB3CC500B6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id="{EB4718B0-AECB-ABB3-26A4-42BAC654E0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38D52B5A-BCCB-FD56-DEDB-526310EBE7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8" name="Rettangolo 17">
              <a:extLst>
                <a:ext uri="{FF2B5EF4-FFF2-40B4-BE49-F238E27FC236}">
                  <a16:creationId xmlns:a16="http://schemas.microsoft.com/office/drawing/2014/main" id="{E9C438EA-707A-5323-FB30-39E95A7A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83C45B8E-AD87-C4D5-5F83-9608E839A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rtlCol="0" anchor="ctr">
            <a:normAutofit/>
          </a:bodyPr>
          <a:lstStyle/>
          <a:p>
            <a:r>
              <a:rPr lang="en-US" sz="3200" dirty="0"/>
              <a:t>Exercise 2c – Results</a:t>
            </a:r>
            <a:endParaRPr lang="en-US" sz="3200" noProof="0" dirty="0"/>
          </a:p>
        </p:txBody>
      </p:sp>
      <p:graphicFrame>
        <p:nvGraphicFramePr>
          <p:cNvPr id="6" name="Segnaposto contenuto 5" descr="SmartArt">
            <a:extLst>
              <a:ext uri="{FF2B5EF4-FFF2-40B4-BE49-F238E27FC236}">
                <a16:creationId xmlns:a16="http://schemas.microsoft.com/office/drawing/2014/main" id="{9AF87574-B746-D926-EB9C-625690F6E4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5240590"/>
              </p:ext>
            </p:extLst>
          </p:nvPr>
        </p:nvGraphicFramePr>
        <p:xfrm>
          <a:off x="719571" y="2198254"/>
          <a:ext cx="6958486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118100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356D7-D7C9-564D-916B-AF70A2AC6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A12EE-8F6C-6520-6607-6DC8B43AB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450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ttangolo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noProof="0" dirty="0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noProof="0" dirty="0"/>
          </a:p>
        </p:txBody>
      </p:sp>
      <p:grpSp>
        <p:nvGrpSpPr>
          <p:cNvPr id="14" name="Gruppo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ttangolo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6" name="Rettangolo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  <p:sp>
          <p:nvSpPr>
            <p:cNvPr id="17" name="Rettangolo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noProof="0" dirty="0"/>
            </a:p>
          </p:txBody>
        </p:sp>
      </p:grpSp>
      <p:sp>
        <p:nvSpPr>
          <p:cNvPr id="2" name="Titolo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0572" y="1419225"/>
            <a:ext cx="3544894" cy="2456089"/>
          </a:xfrm>
        </p:spPr>
        <p:txBody>
          <a:bodyPr rtlCol="0">
            <a:normAutofit/>
          </a:bodyPr>
          <a:lstStyle/>
          <a:p>
            <a:pPr rtl="0"/>
            <a:r>
              <a:rPr lang="en-US" sz="4400" noProof="0" dirty="0">
                <a:solidFill>
                  <a:srgbClr val="FFFFFF"/>
                </a:solidFill>
              </a:rPr>
              <a:t>Thank you</a:t>
            </a:r>
          </a:p>
        </p:txBody>
      </p:sp>
      <p:pic>
        <p:nvPicPr>
          <p:cNvPr id="5" name="Immagine 4" descr="Numeri digitali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zata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9195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{F59CB84C-DBDE-4D99-9C32-8D37E985A1CA}TF9cd6fad6-da1d-416b-8dc8-a086cd1045b1af63d5e5_win32-e4eb83cc1259</Template>
  <TotalTime>2693</TotalTime>
  <Words>55</Words>
  <Application>Microsoft Office PowerPoint</Application>
  <PresentationFormat>Widescreen</PresentationFormat>
  <Paragraphs>17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Calibri</vt:lpstr>
      <vt:lpstr>Gill Sans MT</vt:lpstr>
      <vt:lpstr>Wingdings 2</vt:lpstr>
      <vt:lpstr>Personalizzata</vt:lpstr>
      <vt:lpstr>HPC Project</vt:lpstr>
      <vt:lpstr>Project Overview</vt:lpstr>
      <vt:lpstr>Exercise 1 - Objectives</vt:lpstr>
      <vt:lpstr>Exercise 1 – Experimental Setup</vt:lpstr>
      <vt:lpstr>Exercise 1 – Key Results</vt:lpstr>
      <vt:lpstr>Exercise 1 – Analysis</vt:lpstr>
      <vt:lpstr>Exercise 2c – The Mandelbrot Set</vt:lpstr>
      <vt:lpstr>Exercise 2c – Scaling Experiments</vt:lpstr>
      <vt:lpstr>Exercise 2c – Results</vt:lpstr>
      <vt:lpstr>Exercise 2c – Results</vt:lpstr>
      <vt:lpstr>Conclusions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Omar Cusma Fait</dc:creator>
  <cp:lastModifiedBy>Omar Cusma Fait</cp:lastModifiedBy>
  <cp:revision>13</cp:revision>
  <dcterms:created xsi:type="dcterms:W3CDTF">2026-05-21T10:21:56Z</dcterms:created>
  <dcterms:modified xsi:type="dcterms:W3CDTF">2026-05-29T15:00:10Z</dcterms:modified>
</cp:coreProperties>
</file>